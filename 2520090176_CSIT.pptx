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61" r:id="rId3"/>
    <p:sldId id="314" r:id="rId4"/>
    <p:sldId id="322" r:id="rId5"/>
    <p:sldId id="323" r:id="rId6"/>
    <p:sldId id="266" r:id="rId7"/>
    <p:sldId id="341" r:id="rId8"/>
    <p:sldId id="342" r:id="rId9"/>
    <p:sldId id="343" r:id="rId10"/>
    <p:sldId id="344" r:id="rId11"/>
    <p:sldId id="345" r:id="rId12"/>
    <p:sldId id="340" r:id="rId13"/>
    <p:sldId id="347" r:id="rId14"/>
    <p:sldId id="348" r:id="rId15"/>
    <p:sldId id="33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82"/>
    <p:restoredTop sz="95833"/>
  </p:normalViewPr>
  <p:slideViewPr>
    <p:cSldViewPr snapToGrid="0" snapToObjects="1">
      <p:cViewPr varScale="1">
        <p:scale>
          <a:sx n="57" d="100"/>
          <a:sy n="57" d="100"/>
        </p:scale>
        <p:origin x="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320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llampally MohanaPriya" userId="2524a3d012c232ac" providerId="LiveId" clId="{9C100654-E62C-4AB3-B302-39E1A7E44F87}"/>
    <pc:docChg chg="custSel delSld modSld">
      <pc:chgData name="Yellampally MohanaPriya" userId="2524a3d012c232ac" providerId="LiveId" clId="{9C100654-E62C-4AB3-B302-39E1A7E44F87}" dt="2026-03-09T14:08:04.170" v="138" actId="14100"/>
      <pc:docMkLst>
        <pc:docMk/>
      </pc:docMkLst>
      <pc:sldChg chg="modSp mod">
        <pc:chgData name="Yellampally MohanaPriya" userId="2524a3d012c232ac" providerId="LiveId" clId="{9C100654-E62C-4AB3-B302-39E1A7E44F87}" dt="2026-03-09T04:18:51.348" v="67" actId="113"/>
        <pc:sldMkLst>
          <pc:docMk/>
          <pc:sldMk cId="930833320" sldId="266"/>
        </pc:sldMkLst>
        <pc:spChg chg="mod">
          <ac:chgData name="Yellampally MohanaPriya" userId="2524a3d012c232ac" providerId="LiveId" clId="{9C100654-E62C-4AB3-B302-39E1A7E44F87}" dt="2026-03-09T04:18:51.348" v="67" actId="113"/>
          <ac:spMkLst>
            <pc:docMk/>
            <pc:sldMk cId="930833320" sldId="266"/>
            <ac:spMk id="8" creationId="{D45DB3B1-7702-A34D-B15A-E964B95D6FB5}"/>
          </ac:spMkLst>
        </pc:spChg>
        <pc:spChg chg="mod">
          <ac:chgData name="Yellampally MohanaPriya" userId="2524a3d012c232ac" providerId="LiveId" clId="{9C100654-E62C-4AB3-B302-39E1A7E44F87}" dt="2026-03-09T04:15:28.034" v="40" actId="20577"/>
          <ac:spMkLst>
            <pc:docMk/>
            <pc:sldMk cId="930833320" sldId="266"/>
            <ac:spMk id="9" creationId="{0BAA4F36-AB00-F2C4-B47F-6381355DE604}"/>
          </ac:spMkLst>
        </pc:spChg>
      </pc:sldChg>
      <pc:sldChg chg="modSp mod">
        <pc:chgData name="Yellampally MohanaPriya" userId="2524a3d012c232ac" providerId="LiveId" clId="{9C100654-E62C-4AB3-B302-39E1A7E44F87}" dt="2026-03-09T04:16:50.206" v="57" actId="20577"/>
        <pc:sldMkLst>
          <pc:docMk/>
          <pc:sldMk cId="1017016331" sldId="314"/>
        </pc:sldMkLst>
        <pc:spChg chg="mod">
          <ac:chgData name="Yellampally MohanaPriya" userId="2524a3d012c232ac" providerId="LiveId" clId="{9C100654-E62C-4AB3-B302-39E1A7E44F87}" dt="2026-03-09T04:16:50.206" v="57" actId="20577"/>
          <ac:spMkLst>
            <pc:docMk/>
            <pc:sldMk cId="1017016331" sldId="314"/>
            <ac:spMk id="3" creationId="{7AEAE0CE-45A1-A1FF-31F4-66CECAEF3059}"/>
          </ac:spMkLst>
        </pc:spChg>
      </pc:sldChg>
      <pc:sldChg chg="modSp mod">
        <pc:chgData name="Yellampally MohanaPriya" userId="2524a3d012c232ac" providerId="LiveId" clId="{9C100654-E62C-4AB3-B302-39E1A7E44F87}" dt="2026-03-09T04:17:08.393" v="58" actId="2711"/>
        <pc:sldMkLst>
          <pc:docMk/>
          <pc:sldMk cId="4213958207" sldId="332"/>
        </pc:sldMkLst>
        <pc:spChg chg="mod">
          <ac:chgData name="Yellampally MohanaPriya" userId="2524a3d012c232ac" providerId="LiveId" clId="{9C100654-E62C-4AB3-B302-39E1A7E44F87}" dt="2026-03-09T04:17:08.393" v="58" actId="2711"/>
          <ac:spMkLst>
            <pc:docMk/>
            <pc:sldMk cId="4213958207" sldId="332"/>
            <ac:spMk id="9" creationId="{0BAA4F36-AB00-F2C4-B47F-6381355DE604}"/>
          </ac:spMkLst>
        </pc:spChg>
      </pc:sldChg>
      <pc:sldChg chg="addSp delSp modSp mod">
        <pc:chgData name="Yellampally MohanaPriya" userId="2524a3d012c232ac" providerId="LiveId" clId="{9C100654-E62C-4AB3-B302-39E1A7E44F87}" dt="2026-03-09T14:08:04.170" v="138" actId="14100"/>
        <pc:sldMkLst>
          <pc:docMk/>
          <pc:sldMk cId="3431953712" sldId="340"/>
        </pc:sldMkLst>
        <pc:spChg chg="mod">
          <ac:chgData name="Yellampally MohanaPriya" userId="2524a3d012c232ac" providerId="LiveId" clId="{9C100654-E62C-4AB3-B302-39E1A7E44F87}" dt="2026-03-09T14:07:13.390" v="127" actId="20577"/>
          <ac:spMkLst>
            <pc:docMk/>
            <pc:sldMk cId="3431953712" sldId="340"/>
            <ac:spMk id="2" creationId="{37323D68-D41B-9825-3931-B79590C795F8}"/>
          </ac:spMkLst>
        </pc:spChg>
        <pc:spChg chg="del mod">
          <ac:chgData name="Yellampally MohanaPriya" userId="2524a3d012c232ac" providerId="LiveId" clId="{9C100654-E62C-4AB3-B302-39E1A7E44F87}" dt="2026-03-09T14:06:03.153" v="107" actId="22"/>
          <ac:spMkLst>
            <pc:docMk/>
            <pc:sldMk cId="3431953712" sldId="340"/>
            <ac:spMk id="3" creationId="{D408550D-1730-34EA-8ABA-9BB036DE20DE}"/>
          </ac:spMkLst>
        </pc:spChg>
        <pc:spChg chg="add del mod">
          <ac:chgData name="Yellampally MohanaPriya" userId="2524a3d012c232ac" providerId="LiveId" clId="{9C100654-E62C-4AB3-B302-39E1A7E44F87}" dt="2026-03-09T14:06:40.295" v="118" actId="478"/>
          <ac:spMkLst>
            <pc:docMk/>
            <pc:sldMk cId="3431953712" sldId="340"/>
            <ac:spMk id="10" creationId="{1A4B2279-0F09-C4FB-80E8-3D3DC14C8D9C}"/>
          </ac:spMkLst>
        </pc:spChg>
        <pc:picChg chg="add del mod ord">
          <ac:chgData name="Yellampally MohanaPriya" userId="2524a3d012c232ac" providerId="LiveId" clId="{9C100654-E62C-4AB3-B302-39E1A7E44F87}" dt="2026-03-09T14:06:13.132" v="109" actId="478"/>
          <ac:picMkLst>
            <pc:docMk/>
            <pc:sldMk cId="3431953712" sldId="340"/>
            <ac:picMk id="8" creationId="{63C46034-325D-376D-3844-9B9954D0B81E}"/>
          </ac:picMkLst>
        </pc:picChg>
        <pc:picChg chg="add mod">
          <ac:chgData name="Yellampally MohanaPriya" userId="2524a3d012c232ac" providerId="LiveId" clId="{9C100654-E62C-4AB3-B302-39E1A7E44F87}" dt="2026-03-09T14:07:55.333" v="134" actId="1076"/>
          <ac:picMkLst>
            <pc:docMk/>
            <pc:sldMk cId="3431953712" sldId="340"/>
            <ac:picMk id="12" creationId="{029C71AC-2462-89FB-C798-80C7BC96ACE5}"/>
          </ac:picMkLst>
        </pc:picChg>
        <pc:picChg chg="add mod">
          <ac:chgData name="Yellampally MohanaPriya" userId="2524a3d012c232ac" providerId="LiveId" clId="{9C100654-E62C-4AB3-B302-39E1A7E44F87}" dt="2026-03-09T14:08:04.170" v="138" actId="14100"/>
          <ac:picMkLst>
            <pc:docMk/>
            <pc:sldMk cId="3431953712" sldId="340"/>
            <ac:picMk id="14" creationId="{BA5DE114-4EE8-4AD0-652E-05262172E449}"/>
          </ac:picMkLst>
        </pc:picChg>
      </pc:sldChg>
      <pc:sldChg chg="modSp mod">
        <pc:chgData name="Yellampally MohanaPriya" userId="2524a3d012c232ac" providerId="LiveId" clId="{9C100654-E62C-4AB3-B302-39E1A7E44F87}" dt="2026-03-09T04:18:42.212" v="66" actId="113"/>
        <pc:sldMkLst>
          <pc:docMk/>
          <pc:sldMk cId="3205484866" sldId="341"/>
        </pc:sldMkLst>
        <pc:spChg chg="mod">
          <ac:chgData name="Yellampally MohanaPriya" userId="2524a3d012c232ac" providerId="LiveId" clId="{9C100654-E62C-4AB3-B302-39E1A7E44F87}" dt="2026-03-09T04:18:42.212" v="66" actId="113"/>
          <ac:spMkLst>
            <pc:docMk/>
            <pc:sldMk cId="3205484866" sldId="341"/>
            <ac:spMk id="8" creationId="{2EAE696E-C5CB-1479-F98C-F7C2D0B7BED0}"/>
          </ac:spMkLst>
        </pc:spChg>
        <pc:spChg chg="mod">
          <ac:chgData name="Yellampally MohanaPriya" userId="2524a3d012c232ac" providerId="LiveId" clId="{9C100654-E62C-4AB3-B302-39E1A7E44F87}" dt="2026-03-09T04:12:19.135" v="1" actId="2711"/>
          <ac:spMkLst>
            <pc:docMk/>
            <pc:sldMk cId="3205484866" sldId="341"/>
            <ac:spMk id="9" creationId="{89135224-75FA-6942-7E71-50A315519F9D}"/>
          </ac:spMkLst>
        </pc:spChg>
      </pc:sldChg>
      <pc:sldChg chg="modSp mod">
        <pc:chgData name="Yellampally MohanaPriya" userId="2524a3d012c232ac" providerId="LiveId" clId="{9C100654-E62C-4AB3-B302-39E1A7E44F87}" dt="2026-03-09T04:18:30.740" v="65" actId="113"/>
        <pc:sldMkLst>
          <pc:docMk/>
          <pc:sldMk cId="3489011149" sldId="342"/>
        </pc:sldMkLst>
        <pc:spChg chg="mod">
          <ac:chgData name="Yellampally MohanaPriya" userId="2524a3d012c232ac" providerId="LiveId" clId="{9C100654-E62C-4AB3-B302-39E1A7E44F87}" dt="2026-03-09T04:18:30.740" v="65" actId="113"/>
          <ac:spMkLst>
            <pc:docMk/>
            <pc:sldMk cId="3489011149" sldId="342"/>
            <ac:spMk id="8" creationId="{C17383E4-A635-5D2C-0BA9-6A9D4A506E92}"/>
          </ac:spMkLst>
        </pc:spChg>
        <pc:spChg chg="mod">
          <ac:chgData name="Yellampally MohanaPriya" userId="2524a3d012c232ac" providerId="LiveId" clId="{9C100654-E62C-4AB3-B302-39E1A7E44F87}" dt="2026-03-09T04:12:30.619" v="2" actId="2711"/>
          <ac:spMkLst>
            <pc:docMk/>
            <pc:sldMk cId="3489011149" sldId="342"/>
            <ac:spMk id="9" creationId="{BB15296F-156D-BE47-727B-C34C7CDD40D4}"/>
          </ac:spMkLst>
        </pc:spChg>
      </pc:sldChg>
      <pc:sldChg chg="modSp mod">
        <pc:chgData name="Yellampally MohanaPriya" userId="2524a3d012c232ac" providerId="LiveId" clId="{9C100654-E62C-4AB3-B302-39E1A7E44F87}" dt="2026-03-09T04:18:23.794" v="64" actId="113"/>
        <pc:sldMkLst>
          <pc:docMk/>
          <pc:sldMk cId="4072965683" sldId="343"/>
        </pc:sldMkLst>
        <pc:spChg chg="mod">
          <ac:chgData name="Yellampally MohanaPriya" userId="2524a3d012c232ac" providerId="LiveId" clId="{9C100654-E62C-4AB3-B302-39E1A7E44F87}" dt="2026-03-09T04:18:23.794" v="64" actId="113"/>
          <ac:spMkLst>
            <pc:docMk/>
            <pc:sldMk cId="4072965683" sldId="343"/>
            <ac:spMk id="8" creationId="{2F8E0586-CE85-480D-585E-FCD3C3448CF2}"/>
          </ac:spMkLst>
        </pc:spChg>
        <pc:spChg chg="mod">
          <ac:chgData name="Yellampally MohanaPriya" userId="2524a3d012c232ac" providerId="LiveId" clId="{9C100654-E62C-4AB3-B302-39E1A7E44F87}" dt="2026-03-09T04:12:39.869" v="3" actId="2711"/>
          <ac:spMkLst>
            <pc:docMk/>
            <pc:sldMk cId="4072965683" sldId="343"/>
            <ac:spMk id="9" creationId="{1890F206-B37F-761D-F471-0BF91F889799}"/>
          </ac:spMkLst>
        </pc:spChg>
      </pc:sldChg>
      <pc:sldChg chg="modSp mod">
        <pc:chgData name="Yellampally MohanaPriya" userId="2524a3d012c232ac" providerId="LiveId" clId="{9C100654-E62C-4AB3-B302-39E1A7E44F87}" dt="2026-03-09T04:18:16.929" v="63" actId="113"/>
        <pc:sldMkLst>
          <pc:docMk/>
          <pc:sldMk cId="1263985989" sldId="344"/>
        </pc:sldMkLst>
        <pc:spChg chg="mod">
          <ac:chgData name="Yellampally MohanaPriya" userId="2524a3d012c232ac" providerId="LiveId" clId="{9C100654-E62C-4AB3-B302-39E1A7E44F87}" dt="2026-03-09T04:18:16.929" v="63" actId="113"/>
          <ac:spMkLst>
            <pc:docMk/>
            <pc:sldMk cId="1263985989" sldId="344"/>
            <ac:spMk id="8" creationId="{787EB9E5-2196-BA25-5BC0-0ADC2050CEF9}"/>
          </ac:spMkLst>
        </pc:spChg>
        <pc:spChg chg="mod">
          <ac:chgData name="Yellampally MohanaPriya" userId="2524a3d012c232ac" providerId="LiveId" clId="{9C100654-E62C-4AB3-B302-39E1A7E44F87}" dt="2026-03-09T04:12:50.851" v="4" actId="2711"/>
          <ac:spMkLst>
            <pc:docMk/>
            <pc:sldMk cId="1263985989" sldId="344"/>
            <ac:spMk id="9" creationId="{363C44B8-E8B6-5D9D-90FF-ECD825D72DFC}"/>
          </ac:spMkLst>
        </pc:spChg>
      </pc:sldChg>
      <pc:sldChg chg="modSp mod">
        <pc:chgData name="Yellampally MohanaPriya" userId="2524a3d012c232ac" providerId="LiveId" clId="{9C100654-E62C-4AB3-B302-39E1A7E44F87}" dt="2026-03-09T04:18:08.847" v="62" actId="113"/>
        <pc:sldMkLst>
          <pc:docMk/>
          <pc:sldMk cId="1906946512" sldId="345"/>
        </pc:sldMkLst>
        <pc:spChg chg="mod">
          <ac:chgData name="Yellampally MohanaPriya" userId="2524a3d012c232ac" providerId="LiveId" clId="{9C100654-E62C-4AB3-B302-39E1A7E44F87}" dt="2026-03-09T04:18:08.847" v="62" actId="113"/>
          <ac:spMkLst>
            <pc:docMk/>
            <pc:sldMk cId="1906946512" sldId="345"/>
            <ac:spMk id="8" creationId="{C3A50108-EF3B-F9BF-CB25-7C4C67A41AAC}"/>
          </ac:spMkLst>
        </pc:spChg>
        <pc:spChg chg="mod">
          <ac:chgData name="Yellampally MohanaPriya" userId="2524a3d012c232ac" providerId="LiveId" clId="{9C100654-E62C-4AB3-B302-39E1A7E44F87}" dt="2026-03-09T04:14:58.549" v="28" actId="27636"/>
          <ac:spMkLst>
            <pc:docMk/>
            <pc:sldMk cId="1906946512" sldId="345"/>
            <ac:spMk id="9" creationId="{8769557B-A6AB-F48D-9A16-51F755A17BB7}"/>
          </ac:spMkLst>
        </pc:spChg>
      </pc:sldChg>
      <pc:sldChg chg="modSp del mod">
        <pc:chgData name="Yellampally MohanaPriya" userId="2524a3d012c232ac" providerId="LiveId" clId="{9C100654-E62C-4AB3-B302-39E1A7E44F87}" dt="2026-03-09T08:10:31.523" v="97" actId="47"/>
        <pc:sldMkLst>
          <pc:docMk/>
          <pc:sldMk cId="344365824" sldId="346"/>
        </pc:sldMkLst>
        <pc:spChg chg="mod">
          <ac:chgData name="Yellampally MohanaPriya" userId="2524a3d012c232ac" providerId="LiveId" clId="{9C100654-E62C-4AB3-B302-39E1A7E44F87}" dt="2026-03-09T04:18:00.698" v="61" actId="113"/>
          <ac:spMkLst>
            <pc:docMk/>
            <pc:sldMk cId="344365824" sldId="346"/>
            <ac:spMk id="8" creationId="{57E0E9F0-7414-F19D-A367-C4D70D67BCB3}"/>
          </ac:spMkLst>
        </pc:spChg>
        <pc:spChg chg="mod">
          <ac:chgData name="Yellampally MohanaPriya" userId="2524a3d012c232ac" providerId="LiveId" clId="{9C100654-E62C-4AB3-B302-39E1A7E44F87}" dt="2026-03-09T04:16:08.955" v="54" actId="20577"/>
          <ac:spMkLst>
            <pc:docMk/>
            <pc:sldMk cId="344365824" sldId="346"/>
            <ac:spMk id="9" creationId="{6726AE93-69A8-DC85-DA45-05F4D66EF996}"/>
          </ac:spMkLst>
        </pc:spChg>
      </pc:sldChg>
      <pc:sldChg chg="modSp mod">
        <pc:chgData name="Yellampally MohanaPriya" userId="2524a3d012c232ac" providerId="LiveId" clId="{9C100654-E62C-4AB3-B302-39E1A7E44F87}" dt="2026-03-09T08:11:11.681" v="105" actId="20577"/>
        <pc:sldMkLst>
          <pc:docMk/>
          <pc:sldMk cId="2858912175" sldId="347"/>
        </pc:sldMkLst>
        <pc:spChg chg="mod">
          <ac:chgData name="Yellampally MohanaPriya" userId="2524a3d012c232ac" providerId="LiveId" clId="{9C100654-E62C-4AB3-B302-39E1A7E44F87}" dt="2026-03-09T04:17:15.382" v="59" actId="113"/>
          <ac:spMkLst>
            <pc:docMk/>
            <pc:sldMk cId="2858912175" sldId="347"/>
            <ac:spMk id="8" creationId="{7E8F526A-5F54-0308-7336-A6E081606439}"/>
          </ac:spMkLst>
        </pc:spChg>
        <pc:spChg chg="mod">
          <ac:chgData name="Yellampally MohanaPriya" userId="2524a3d012c232ac" providerId="LiveId" clId="{9C100654-E62C-4AB3-B302-39E1A7E44F87}" dt="2026-03-09T08:11:11.681" v="105" actId="20577"/>
          <ac:spMkLst>
            <pc:docMk/>
            <pc:sldMk cId="2858912175" sldId="347"/>
            <ac:spMk id="9" creationId="{956E9376-CB4B-895B-7B5C-D2F5AAED7494}"/>
          </ac:spMkLst>
        </pc:spChg>
      </pc:sldChg>
      <pc:sldChg chg="addSp delSp modSp mod">
        <pc:chgData name="Yellampally MohanaPriya" userId="2524a3d012c232ac" providerId="LiveId" clId="{9C100654-E62C-4AB3-B302-39E1A7E44F87}" dt="2026-03-09T07:31:03.423" v="96" actId="14100"/>
        <pc:sldMkLst>
          <pc:docMk/>
          <pc:sldMk cId="2357471992" sldId="348"/>
        </pc:sldMkLst>
        <pc:spChg chg="del mod">
          <ac:chgData name="Yellampally MohanaPriya" userId="2524a3d012c232ac" providerId="LiveId" clId="{9C100654-E62C-4AB3-B302-39E1A7E44F87}" dt="2026-03-09T07:16:24.481" v="71"/>
          <ac:spMkLst>
            <pc:docMk/>
            <pc:sldMk cId="2357471992" sldId="348"/>
            <ac:spMk id="3" creationId="{81383DFD-4145-46B6-BA5B-4C9D68B54059}"/>
          </ac:spMkLst>
        </pc:spChg>
        <pc:picChg chg="add mod ord">
          <ac:chgData name="Yellampally MohanaPriya" userId="2524a3d012c232ac" providerId="LiveId" clId="{9C100654-E62C-4AB3-B302-39E1A7E44F87}" dt="2026-03-09T07:31:03.423" v="96" actId="14100"/>
          <ac:picMkLst>
            <pc:docMk/>
            <pc:sldMk cId="2357471992" sldId="348"/>
            <ac:picMk id="8" creationId="{9962329D-4CA8-143E-9850-4B26318D9304}"/>
          </ac:picMkLst>
        </pc:picChg>
        <pc:picChg chg="add mod">
          <ac:chgData name="Yellampally MohanaPriya" userId="2524a3d012c232ac" providerId="LiveId" clId="{9C100654-E62C-4AB3-B302-39E1A7E44F87}" dt="2026-03-09T07:30:56.236" v="94" actId="1076"/>
          <ac:picMkLst>
            <pc:docMk/>
            <pc:sldMk cId="2357471992" sldId="348"/>
            <ac:picMk id="10" creationId="{E42E2A86-00DD-0BBF-4DB7-3753F06C8415}"/>
          </ac:picMkLst>
        </pc:picChg>
        <pc:picChg chg="add mod">
          <ac:chgData name="Yellampally MohanaPriya" userId="2524a3d012c232ac" providerId="LiveId" clId="{9C100654-E62C-4AB3-B302-39E1A7E44F87}" dt="2026-03-09T07:30:48.973" v="92" actId="1076"/>
          <ac:picMkLst>
            <pc:docMk/>
            <pc:sldMk cId="2357471992" sldId="348"/>
            <ac:picMk id="12" creationId="{02244D8D-BD0C-42CA-2795-984F206D8DE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734CB-DFAB-944A-8037-9643745D8F20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335F-2E5B-B14E-9706-E237C81E415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D6649-7156-A341-B9F2-F045B7551E1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77CD1-E97C-BA41-8E49-9F39B98FFBE8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DBCA1-9406-7A44-8A76-1046B4040777}" type="datetime1">
              <a:rPr lang="en-IN" smtClean="0"/>
              <a:t>09-03-2026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B085D-B69B-9C45-93A5-77F47F2F6792}" type="datetime1">
              <a:rPr lang="en-IN" smtClean="0"/>
              <a:t>09-03-2026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B69B7-E8EF-6346-9390-671C5B22ACF3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0709D-BF3C-5743-B60D-B01C16014A7B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444B0-6575-954F-AAA2-CB0D0417F74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7A436-9AA5-6C4B-AFF1-C34F60A9AB89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141C7-EF5A-1D4A-89F0-79C7DE818D53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68A0C-C998-984C-ABE3-A33473D7CAB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2EF84-6667-8447-AC88-082F9D71D82C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63FD6-5C64-304A-9680-469E8D83D1BF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985EC-8C41-0649-B43C-28421C497AA5}" type="datetime1">
              <a:rPr lang="en-IN" smtClean="0"/>
              <a:t>09-03-2026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173030211           Department of CSE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5D85A-3465-384D-962A-D11BB8B39525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4C6E9-161C-B44B-AD70-8813DADCDED1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INSTRUCTIONS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92500" lnSpcReduction="10000"/>
          </a:bodyPr>
          <a:lstStyle/>
          <a:p>
            <a:r>
              <a:rPr lang="en-IN"/>
              <a:t>Use </a:t>
            </a:r>
            <a:r>
              <a:rPr lang="en-IN" dirty="0"/>
              <a:t>Font size 22 to 28 and Font Style </a:t>
            </a:r>
            <a:r>
              <a:rPr lang="en-IN" b="0" i="0" dirty="0">
                <a:solidFill>
                  <a:srgbClr val="0A0A0A"/>
                </a:solidFill>
                <a:effectLst/>
                <a:latin typeface="Google Sans"/>
              </a:rPr>
              <a:t>Times New Roman </a:t>
            </a:r>
            <a:r>
              <a:rPr lang="en-IN" dirty="0"/>
              <a:t>(body)</a:t>
            </a:r>
          </a:p>
          <a:p>
            <a:r>
              <a:rPr lang="en-IN" dirty="0"/>
              <a:t>Do not change the Template: Heading / Title of the slides</a:t>
            </a:r>
          </a:p>
          <a:p>
            <a:r>
              <a:rPr lang="en-IN" dirty="0"/>
              <a:t>Do not change font style or colours</a:t>
            </a:r>
          </a:p>
          <a:p>
            <a:r>
              <a:rPr lang="en-IN" dirty="0"/>
              <a:t>Do not copy paste paragraphs: use only Bullet Points</a:t>
            </a:r>
          </a:p>
          <a:p>
            <a:r>
              <a:rPr lang="en-IN" dirty="0"/>
              <a:t>Maximum slide Limit is 20 only</a:t>
            </a:r>
          </a:p>
          <a:p>
            <a:r>
              <a:rPr lang="en-IN" dirty="0"/>
              <a:t>As per the number of supervisor allotted adopt slide-2 or slide-3</a:t>
            </a:r>
          </a:p>
          <a:p>
            <a:r>
              <a:rPr lang="en-IN" dirty="0"/>
              <a:t>Please display the required meaningful Content or images or tables </a:t>
            </a:r>
          </a:p>
          <a:p>
            <a:r>
              <a:rPr lang="en-IN" dirty="0"/>
              <a:t>Change the footer accordingly using insert tab then click on header &amp; footer tab and edit it</a:t>
            </a:r>
          </a:p>
          <a:p>
            <a:r>
              <a:rPr lang="en-IN" dirty="0"/>
              <a:t>Save the PPT with Register No, Dept and Review no,  example: </a:t>
            </a:r>
            <a:r>
              <a:rPr lang="en-US" dirty="0"/>
              <a:t>23xxxxxxxxx_CSE</a:t>
            </a:r>
            <a:endParaRPr lang="en-IN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E338F-74DD-D142-8C58-9E4C5E66F6E8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057" y="136525"/>
            <a:ext cx="11543614" cy="112838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70C0"/>
                </a:solidFill>
                <a:latin typeface="+mn-lt"/>
                <a:cs typeface="Arial" panose="020B0604020202020204" pitchFamily="34" charset="0"/>
              </a:rPr>
              <a:t>Title: </a:t>
            </a:r>
            <a:r>
              <a:rPr lang="en-US" sz="2400" dirty="0"/>
              <a:t>Workshop Seminar Enrollment Coordination Interface</a:t>
            </a:r>
            <a:endParaRPr lang="en-US" sz="2400" dirty="0">
              <a:solidFill>
                <a:srgbClr val="FF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AE0CE-45A1-A1FF-31F4-66CECAEF30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50130"/>
            <a:ext cx="10515600" cy="1097555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US" sz="9600" dirty="0"/>
              <a:t>Student Name: Y . Mohana Priya</a:t>
            </a:r>
          </a:p>
          <a:p>
            <a:pPr marL="0" indent="0" algn="ctr">
              <a:buNone/>
            </a:pPr>
            <a:r>
              <a:rPr lang="en-US" sz="9600" dirty="0"/>
              <a:t>Student ID: 2520090176</a:t>
            </a:r>
            <a:endParaRPr lang="en-US" sz="2400" dirty="0"/>
          </a:p>
          <a:p>
            <a:pPr marL="0" indent="0" algn="ctr">
              <a:buNone/>
            </a:pPr>
            <a:r>
              <a:rPr lang="en-US" sz="11200" dirty="0"/>
              <a:t>Cluster:04 </a:t>
            </a:r>
          </a:p>
          <a:p>
            <a:pPr marL="0" indent="0" algn="ctr">
              <a:buNone/>
            </a:pPr>
            <a:r>
              <a:rPr lang="en-US" sz="11200" dirty="0"/>
              <a:t>Section: 15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CEED-36AB-D94A-B562-4D3E096B39D1}" type="datetime1">
              <a:rPr lang="en-IN" smtClean="0"/>
              <a:t>09-03-2026</a:t>
            </a:fld>
            <a:endParaRPr lang="en-US"/>
          </a:p>
        </p:txBody>
      </p:sp>
      <p:pic>
        <p:nvPicPr>
          <p:cNvPr id="12" name="Picture 11" descr="A picture containing shape&#10;&#10;Description automatically generated">
            <a:extLst>
              <a:ext uri="{FF2B5EF4-FFF2-40B4-BE49-F238E27FC236}">
                <a16:creationId xmlns:a16="http://schemas.microsoft.com/office/drawing/2014/main" id="{22EBCDF0-8C0C-C908-85EA-FD8A72825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361" y="5015918"/>
            <a:ext cx="1725712" cy="930978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F9DE7D0-41AC-90DD-3065-235240261B1B}"/>
              </a:ext>
            </a:extLst>
          </p:cNvPr>
          <p:cNvSpPr txBox="1">
            <a:spLocks/>
          </p:cNvSpPr>
          <p:nvPr/>
        </p:nvSpPr>
        <p:spPr>
          <a:xfrm>
            <a:off x="838200" y="3332480"/>
            <a:ext cx="11199471" cy="157194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600" dirty="0"/>
              <a:t>Under the Guidance </a:t>
            </a:r>
          </a:p>
          <a:p>
            <a:pPr marL="0" indent="0" algn="ctr">
              <a:buNone/>
            </a:pPr>
            <a:r>
              <a:rPr lang="en-US" sz="8600" dirty="0"/>
              <a:t>of </a:t>
            </a:r>
            <a:endParaRPr lang="en-US" sz="86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Supervisor Name: Surekha . P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None/>
            </a:pPr>
            <a:r>
              <a:rPr lang="en-US" sz="8600" dirty="0">
                <a:solidFill>
                  <a:srgbClr val="00B050"/>
                </a:solidFill>
              </a:rPr>
              <a:t>Department of CSE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4C03D2-3952-BF4D-18CA-C2C8547E2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016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pPr algn="ctr"/>
            <a:r>
              <a:rPr lang="en-US" b="1" dirty="0"/>
              <a:t>OUTLINE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134"/>
            <a:ext cx="10515600" cy="4683829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Abstract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Existing System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Proposed System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System Architecture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Project Modules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Objectives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FWD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Co’s Attainments - DSA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Co1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dirty="0"/>
              <a:t>Co2 …….. 5. Co5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Screen Shots for FWD &amp; DSA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Geo-Tagged Photos</a:t>
            </a:r>
          </a:p>
          <a:p>
            <a:pPr marL="514350" indent="-514350">
              <a:buFont typeface="+mj-lt"/>
              <a:buAutoNum type="arabicPeriod"/>
            </a:pPr>
            <a:endParaRPr lang="en-IN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81120-93CB-BF4D-9125-DC4781C9106A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39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dirty="0">
                <a:latin typeface="+mn-lt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Hub is a web-based platform designed to help students discover and register for skill development workshops.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interface to browse workshops based on category, availability and schedule.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view detailed workshop information and register through an interactive interface.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 and JavaScript for responsive web design.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accessibility and awareness of educational workshops for students.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78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45DB3B1-7702-A34D-B15A-E964B95D6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Existing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4675" indent="-45720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information is scattered across different websites and platforms.</a:t>
            </a:r>
          </a:p>
          <a:p>
            <a:pPr marL="574675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must manually search multiple sources to find suitable workshops.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4675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information about workshop schedules and seat availability.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4675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platform for browsing and registering workshops.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4675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for students to track upcoming learning opportunities.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B9F02-6AB8-A348-9013-8FCBB817482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33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E7308-1D11-0801-FB87-8CFF8CD9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EAE696E-C5CB-1479-F98C-F7C2D0B7B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Proposed System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135224-75FA-6942-7E71-50A315519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Hub provides a centralized platform for discovering workshops.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browse workshops in one interface.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workshop details such as description, date and availability.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quickly register through a simple registration interface.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user experience and accessibility compared to existing systems.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95472-1444-D525-21F0-49779A036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105F9-7400-1835-C4B4-B38C94DE6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399E1-BA43-10D5-C92A-C058676C1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A1740-4A22-BB35-FC5B-E9B78149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383E4-A635-5D2C-0BA9-6A9D4A50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System Architecture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B15296F-156D-BE47-727B-C34C7CDD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interacts with the system through a web browser.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interface developed using HTML, CSS and JavaScript.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information is displayed dynamically in the interface.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search and register for workshops through the application.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follows a simple client-side web application model.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D3843-97BD-682A-B84E-8FDB18258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237BD-B76F-738D-5648-B271AAD5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B2409B-FFAD-25CD-834C-0C2CA4A71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011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3485-1CDC-6A29-86F1-EC5F9BB7E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F8E0586-CE85-480D-585E-FCD3C3448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Project Modules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90F206-B37F-761D-F471-0BF91F88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Module – Displays introduction and featured workshops.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Listing Module – Shows all available workshops.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Detail Module – Provides complete workshop information.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Module – Allows students to enroll in workshops.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Module – Enables searching and browsing workshops.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F571-AABB-DBF0-2720-7F01DFDD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F6678-7BBF-2FBC-8619-C887BD26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5A9859-4671-FF5D-1356-4CDA5C5C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965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73125-DE57-89FD-81B9-AA8B783FC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87EB9E5-2196-BA25-5BC0-0ADC2050C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Objectives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63C44B8-E8B6-5D9D-90FF-ECD825D72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easy platform to discover skill development workshops.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students to register quickly for events and learning programs.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workshop details and seat availability clearly.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accessibility of educational workshops.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responsive and user-friendly web application.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B0D62-5A39-5424-9CF6-9A5122E0D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45F34-84C7-08FE-3B8E-621019BE8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40D6-1BC6-8947-EA26-62259BD2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8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49560-5402-A083-5191-CC2F2336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3A50108-EF3B-F9BF-CB25-7C4C67A41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CO’s Attainments - FWD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769557B-A6AB-F48D-9A16-51F755A17B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914400" indent="-45720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O1 – Understand web fundamentals, HTML structure and CSS styling.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 – Design structured webpages using forms, semantic HTML and CSS layouts.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CO3 – Apply JavaScript concepts to create dynamic web applications.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CO4 – Implement DOM manipulation, event handling and browser storage.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CO5 – Integrate APIs, optimize performance and deploy responsive websites.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0E4ED-DE37-6D8E-7EB1-1F0F05E37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EEDF-18C5-49AB-9643-7F3137059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C038D-A939-9973-E752-364BB70EE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4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3D68-D41B-9825-3931-B79590C79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Screenshots for FWD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3D1B-E2DB-29C3-BA63-FF21B16E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4CB5-AB44-10F9-E8AF-4658C6595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5113-7B1F-AF02-CDA9-5B3AB95B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11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29C71AC-2462-89FB-C798-80C7BC96A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332" y="2167024"/>
            <a:ext cx="6116468" cy="27920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5DE114-4EE8-4AD0-652E-05262172E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63" y="1918010"/>
            <a:ext cx="5638974" cy="39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95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63A63-E30E-0694-B089-838C7E38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E8F526A-5F54-0308-7336-A6E081606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618" y="365125"/>
            <a:ext cx="10173182" cy="1128009"/>
          </a:xfrm>
        </p:spPr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E9376-CB4B-895B-7B5C-D2F5AAED7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Workshop Hub simplifies the process of finding and registering for workshops.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for students to explore learning opportunities.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design enhances usability and accessibility.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practical application of FWD concepts.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 may include database integration and authentication.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84C9A-73D1-DA76-6E0C-91C24CB83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639D7-EAE1-7C4A-AC63-30DD6B16DE20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1726C-C351-8876-43C7-C9B8807E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E4E02D-0287-0F0D-A891-AE869E4F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912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8258-F0F3-1EE4-1AB3-DB04AD69E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961B8-8709-0718-F6D3-9D07622F7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Geo-Tag Photos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962329D-4CA8-143E-9850-4B26318D93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52329" y="2087245"/>
            <a:ext cx="3630507" cy="334136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8EAAE-4073-261B-4850-9857C07DB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272DB-0103-AF4C-A22D-07421EC406AD}" type="datetime1">
              <a:rPr lang="en-IN" smtClean="0"/>
              <a:t>09-03-2026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2172-0EFE-3ADA-47FA-029EF21A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B8A7-6131-D012-7DA4-A9F36B2B1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2E2A86-00DD-0BBF-4DB7-3753F06C8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7169" y="2087245"/>
            <a:ext cx="4455160" cy="3341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244D8D-BD0C-42CA-2795-984F206D8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638" y="1690688"/>
            <a:ext cx="3047762" cy="406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C2420-26C9-65B4-41BA-D5CA69721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D6276-EBF6-BB4A-A6C6-114A8D55B891}" type="datetime1">
              <a:rPr lang="en-IN" smtClean="0"/>
              <a:t>09-03-2026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9B4454-96E6-70D8-1440-21424873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173030211           Department of 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3735</TotalTime>
  <Words>699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Times New Roman</vt:lpstr>
      <vt:lpstr>Office Theme</vt:lpstr>
      <vt:lpstr>Custom Design</vt:lpstr>
      <vt:lpstr>INSTRUCTIONS</vt:lpstr>
      <vt:lpstr>Title: Workshop Seminar Enrollment Coordination Interface</vt:lpstr>
      <vt:lpstr>OUTLINE</vt:lpstr>
      <vt:lpstr>Abstract</vt:lpstr>
      <vt:lpstr>Existing System</vt:lpstr>
      <vt:lpstr>Proposed System</vt:lpstr>
      <vt:lpstr>System Architecture</vt:lpstr>
      <vt:lpstr>Project Modules</vt:lpstr>
      <vt:lpstr>Objectives</vt:lpstr>
      <vt:lpstr>CO’s Attainments - FWD</vt:lpstr>
      <vt:lpstr>Screenshots for FWD </vt:lpstr>
      <vt:lpstr>Conclusion</vt:lpstr>
      <vt:lpstr>Geo-Tag Photos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Yellampally MohanaPriya</cp:lastModifiedBy>
  <cp:revision>52</cp:revision>
  <dcterms:created xsi:type="dcterms:W3CDTF">2022-05-20T10:20:31Z</dcterms:created>
  <dcterms:modified xsi:type="dcterms:W3CDTF">2026-03-09T14:08:15Z</dcterms:modified>
</cp:coreProperties>
</file>